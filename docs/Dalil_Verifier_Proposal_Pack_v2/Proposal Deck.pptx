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proposal deck (no external sources).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Deck — Verifier Only | v1.0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forwarded religious content spreads faster than verification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pain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forwards quote ayah/hadith with distorted wording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Misattribution (wrong book / wrong numbering / “Bukhari said…”)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moderate blindly or ignore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public mistake damages platform trust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554480"/>
            <a:ext cx="49834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17830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typical “chatbots” fail here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2194560"/>
            <a:ext cx="4251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answer confidently without traceable evidence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blur “found in source” vs “religiously authentic/accepted”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defend outputs under public challenge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invite fatwa-style expectations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verifier-first trust infrastructure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Dalil Verify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text → system searches a controlled corpus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match status with citations, snippets, and wording differences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confidence and clear boundaries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when evidence is weak — never bluffs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52120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977640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fatwa engine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scholar replacement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open-ended “ask anything” bot in Phase 1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OCR-ing random PDFs into production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337560"/>
            <a:ext cx="52120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977640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sharing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moderation decisions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evidence cards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reputational risk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(verifier mode)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5819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claim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9202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Arabic/English text from a forward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137160" cy="320040"/>
          </a:xfrm>
          <a:prstGeom prst="rightArrow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4173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86200" y="15819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86200" y="19202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lexical + semantic search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137160" cy="320040"/>
          </a:xfrm>
          <a:prstGeom prst="rightArrow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4173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15819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20840" y="19202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citations + diffs + confidence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1828800"/>
            <a:ext cx="137160" cy="320040"/>
          </a:xfrm>
          <a:prstGeom prst="rightArrow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4173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55480" y="15819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safely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55480" y="19202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card / flag / abstain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926080"/>
            <a:ext cx="10561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3000" y="3154680"/>
            <a:ext cx="9921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labels (user-facing)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566160"/>
            <a:ext cx="9829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strong match found with defensible citation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verified — related source found; wording/attribution differs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in current corpus — no reliable match in indexed sources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verify — input too vague/noisy/out-of-scope to assess safely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controls (the product is the guardrails)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46634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citations (citations assembled from metadata)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 snippets and boundaries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 when evidence is weak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fatwa behavior; no personal rulings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corpus + correction log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188720"/>
            <a:ext cx="4983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4173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1828800"/>
            <a:ext cx="42519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button → dispute queue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ownership + SLA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tests (gold set) before releases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transparency: corpus list + label meanings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playbook for public challenges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approach: controlled lanes, not “all books”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corpus (recommended)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(Arabic) + one controlled English translation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Sahih Bukhari + Sahih Muslim (prototype lane first)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only after KPI gates and licensing clearance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474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keep it narrow early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46634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retrieval noise and false matches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evaluation manageable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silent mixing of low-trust sources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disputes defensible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3246120"/>
            <a:ext cx="4983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34747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3886200"/>
            <a:ext cx="4251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+ translation registry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status tracked per source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Text-quality checks (avoid OCR)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+ versioning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capability: source-grounded ask engine (Phase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46634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Q&amp;A over approved indexed sources only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citations + supporting snippets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study and reference recovery, not open-ended advice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when evidence is insufficient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188720"/>
            <a:ext cx="4983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4173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1828800"/>
            <a:ext cx="42519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fatwa engine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scholar replacement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“ask anything about Islam” in Phase 1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case-specific rulings or personalized guidance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engine release gate (non-negotiable)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only after verifier + governance thresholds are met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9669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invented citations tolerated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false-positive “Verified” in verifier mode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refusal behavior for fatwa/case-specific prompts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dispute queue + correction log + reviewer ownership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licensing status for any production-displayed texts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60807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verifier builds trust; ask engine earns expansion.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(high level)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9669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input → route to lanes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lexical retrieval → semantic retrieval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candidates → apply match rules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evidence cards (citation + snippet + diff)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 (refusal/abstain) → log + feedback queue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60807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retrieval-first, answer-second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plan (verifier only)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plan (recommended)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46634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1–2: private alpha + gold tests + fix false positives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3–4: pilot cohort (admins/mods) + dispute queue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5–6: retrieval tuning + confidence calibration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7–8: decision memo + rollout recommendation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188720"/>
            <a:ext cx="4983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4173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gates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1828800"/>
            <a:ext cx="42519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invented citations tolerated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false-positive “Verified”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refusals for rulings/fatwas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 loop working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report time saved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 (lean)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team for a credible pilot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strong AI/Backend Engineer (full-time)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(part-time, scope discipline)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Reviewer/SME (part-time, disputes + boundary language)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Ops/T&amp;S (part-time, abuse + incident handling)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spend time on (pilot)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OCR-heavy ingestion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automation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anything” chat mode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3520440"/>
            <a:ext cx="49834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37490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time 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4160520"/>
            <a:ext cx="4251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governance register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test set + regression gates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and diff UX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replay for disputes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mitigations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46634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citations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Overreach into ruling-like answers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and source-rights issues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Translation/edition mismatches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disputes and backlash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188720"/>
            <a:ext cx="4983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4173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1828800"/>
            <a:ext cx="42519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Metadata-only citations + abstention thresholds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templates + clear boundaries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Prototype-only lane until rights cleared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registry + translation labeling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queue + correction log + incident playbook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verifier-only pilot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9669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Green-light an 8-week pilot with a controlled corpus and governance gates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pilot distribution to a high-signal cohort (admins/moderators)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legal path for licensing decisions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dispute owner and escalation contact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success gates and next decision point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60807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measurable trust value, not a risky “religious chatbot” launch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92824"/>
            <a:ext cx="66566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Verify — Verifier Only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05289" y="6592824"/>
            <a:ext cx="44377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approve the pilot and lock the corpus + governance gates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Dalil Verify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Verifier-only proposal deck</dc:subject>
  <dc:creator>Dalil Verify</dc:creator>
  <cp:lastModifiedBy>Dalil Verify</cp:lastModifiedBy>
  <cp:revision>1</cp:revision>
  <dcterms:created xsi:type="dcterms:W3CDTF">2026-03-16T17:10:55Z</dcterms:created>
  <dcterms:modified xsi:type="dcterms:W3CDTF">2026-03-16T17:10:55Z</dcterms:modified>
</cp:coreProperties>
</file>